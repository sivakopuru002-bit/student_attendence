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" y="0"/>
            <a:ext cx="676656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0A5FA"/>
                </a:solidFill>
              </a:defRPr>
            </a:pPr>
            <a:r>
              <a:t>🏫 SCHOOL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ATTENDANCE SYSTEM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Date-wise • Weekly • Monthly • Saved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15087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81304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📅 Date-wise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3703320"/>
            <a:ext cx="150876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381304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💾 Save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703320"/>
            <a:ext cx="150876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381304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📊 Reports</a:t>
            </a:r>
          </a:p>
        </p:txBody>
      </p:sp>
      <p:pic>
        <p:nvPicPr>
          <p:cNvPr id="11" name="Picture 10" descr="attendance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77240"/>
            <a:ext cx="5212080" cy="5394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897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Interactive Attendance Management Project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C3923-5D94-E2E2-E71B-D98800790615}"/>
              </a:ext>
            </a:extLst>
          </p:cNvPr>
          <p:cNvSpPr txBox="1"/>
          <p:nvPr/>
        </p:nvSpPr>
        <p:spPr>
          <a:xfrm flipH="1">
            <a:off x="3561585" y="6172200"/>
            <a:ext cx="2258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Name : Venkata Siva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1. 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A simple and attractive dashboard for managing student attendance.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550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🏫  Digital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9067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Replace manual registers with a browser-based attendance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73152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550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📅  Date-wise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09067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Select any date and maintain a separate attendance record for that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5087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508760"/>
            <a:ext cx="73152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655063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📊 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75688"/>
            <a:ext cx="3090672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View saved dates, weekly summaries and monthly attendance.</a:t>
            </a:r>
          </a:p>
        </p:txBody>
      </p:sp>
      <p:pic>
        <p:nvPicPr>
          <p:cNvPr id="17" name="Picture 16" descr="attendance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03320"/>
            <a:ext cx="5120640" cy="2606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9320" y="37947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Add students using Roll Number, Name and Class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Mark Present / Absent for the selected date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Save attendance in browser localStorage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• Return to an earlier date and view its saved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0" y="656539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Common difficulties with manual attendance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55063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📝 Manual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Paper-based records take time and are difficult to maintain.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73152" cy="17373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655063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🔎 Finding Old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75688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Previous attendance can be difficult to locate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80390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📅 No Date Separation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24528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Daily records can get mixed when attendance is not stored date-wise.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5760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657600"/>
            <a:ext cx="73152" cy="17373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3803904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📊 Reporting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224528"/>
            <a:ext cx="478231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Weekly and monthly summaries require manual calculations.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656539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3.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One dashboard with saved, date-wise attendance and automatic summaries.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Select Date</a:t>
            </a:r>
          </a:p>
        </p:txBody>
      </p:sp>
      <p:sp>
        <p:nvSpPr>
          <p:cNvPr id="8" name="Chevron 7"/>
          <p:cNvSpPr/>
          <p:nvPr/>
        </p:nvSpPr>
        <p:spPr>
          <a:xfrm>
            <a:off x="1645919" y="1993392"/>
            <a:ext cx="1508760" cy="36576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66160" y="1828800"/>
            <a:ext cx="685800" cy="6858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9933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5176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Mark Attendance</a:t>
            </a:r>
          </a:p>
        </p:txBody>
      </p:sp>
      <p:sp>
        <p:nvSpPr>
          <p:cNvPr id="12" name="Chevron 11"/>
          <p:cNvSpPr/>
          <p:nvPr/>
        </p:nvSpPr>
        <p:spPr>
          <a:xfrm>
            <a:off x="4434840" y="1993392"/>
            <a:ext cx="1508760" cy="36576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55079" y="1828800"/>
            <a:ext cx="685800" cy="685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79" y="19933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5176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Save</a:t>
            </a:r>
          </a:p>
        </p:txBody>
      </p:sp>
      <p:sp>
        <p:nvSpPr>
          <p:cNvPr id="16" name="Chevron 15"/>
          <p:cNvSpPr/>
          <p:nvPr/>
        </p:nvSpPr>
        <p:spPr>
          <a:xfrm>
            <a:off x="7223759" y="1993392"/>
            <a:ext cx="1508760" cy="365760"/>
          </a:xfrm>
          <a:prstGeom prst="chevron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3999" y="1828800"/>
            <a:ext cx="685800" cy="6858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3999" y="19933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65176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View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794760"/>
            <a:ext cx="73152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394106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💾  Data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361688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Attendance is stored in localStorage so browser refresh does not remove saved records.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7947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07408" y="379476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08576" y="394106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📚 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361688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Saved dates can be opened again to inspect the exact attendance for that day.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379476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37575" y="3794760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38744" y="394106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📈 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361688"/>
            <a:ext cx="29992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Weekly and monthly totals are generated from saved date-wise records.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4. 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The key functions visible in the attendance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➕  Add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Roll No • Student Name •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8" y="15636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📅  Date-wise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Switch dates and work with separate daily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76488" y="156362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💾  Save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198424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Save the selected day's Present / Absent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73152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8039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📚  Previous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2452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Open previously saved attendance 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657600"/>
            <a:ext cx="73152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38039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📆  Weekly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22452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Calculate weekly attendance from saved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657600"/>
            <a:ext cx="7315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38039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🗓️  Monthly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224528"/>
            <a:ext cx="3044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Calculate monthly attendance percentage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0" y="656539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5. 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Beginner-friendly front-end technologies.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303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63624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💻 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491947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Page structure, forms, dashboard cards and attendance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87752"/>
            <a:ext cx="5303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87752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734056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💻 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154680"/>
            <a:ext cx="491947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Responsive layout, gradients, cards, buttons and visual styling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58184"/>
            <a:ext cx="5303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758184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904488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💻 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325112"/>
            <a:ext cx="491947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Attendance logic, date switching, reports and interactions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28616"/>
            <a:ext cx="5303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928616"/>
            <a:ext cx="731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5074920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 Display"/>
              </a:defRPr>
            </a:pPr>
            <a:r>
              <a:t>💻  localStorage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5495544"/>
            <a:ext cx="4919472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ptos"/>
              </a:defRPr>
            </a:pPr>
            <a:r>
              <a:t>Browser-side saving for students and date-wise attendance</a:t>
            </a:r>
          </a:p>
        </p:txBody>
      </p:sp>
      <p:pic>
        <p:nvPicPr>
          <p:cNvPr id="21" name="Picture 20" descr="reports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892040" cy="44348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94360" y="6537960"/>
            <a:ext cx="10972800" cy="18288"/>
          </a:xfrm>
          <a:prstGeom prst="rect">
            <a:avLst/>
          </a:prstGeom>
          <a:solidFill>
            <a:srgbClr val="DC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0" y="656539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00200"/>
            <a:ext cx="5577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✔ Simple and attractive attendance management</a:t>
            </a:r>
          </a:p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✔ Separate attendance for every date</a:t>
            </a:r>
          </a:p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✔ Saved previous records</a:t>
            </a:r>
          </a:p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✔ Weekly and monthly reports</a:t>
            </a:r>
          </a:p>
          <a:p>
            <a:pPr>
              <a:spcAft>
                <a:spcPts val="1100"/>
              </a:spcAft>
              <a:defRPr sz="1700">
                <a:solidFill>
                  <a:srgbClr val="E2E8F0"/>
                </a:solidFill>
              </a:defRPr>
            </a:pPr>
            <a:r>
              <a:t>✔ Easy to expand into a database-based system</a:t>
            </a:r>
          </a:p>
        </p:txBody>
      </p:sp>
      <p:pic>
        <p:nvPicPr>
          <p:cNvPr id="5" name="Picture 4" descr="attendance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777240"/>
            <a:ext cx="507492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7719" y="5303520"/>
            <a:ext cx="1083564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5701284"/>
            <a:ext cx="589787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n-US" dirty="0"/>
              <a:t>Link :  https://resonant-kangaroo-d17806.netlify.app/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421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Aarohan</cp:lastModifiedBy>
  <cp:revision>4</cp:revision>
  <dcterms:created xsi:type="dcterms:W3CDTF">2013-01-27T09:14:16Z</dcterms:created>
  <dcterms:modified xsi:type="dcterms:W3CDTF">2026-10-05T06:34:56Z</dcterms:modified>
  <cp:category/>
</cp:coreProperties>
</file>